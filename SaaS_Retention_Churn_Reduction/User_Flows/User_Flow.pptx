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SaaS Retention &amp; Churn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Signup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Onboarding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496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Key 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8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Habit Loop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Renewal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4692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Instrumentation: each step emits an event (see CSV/tracking_plan_events.csv) powering funnel + cohort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