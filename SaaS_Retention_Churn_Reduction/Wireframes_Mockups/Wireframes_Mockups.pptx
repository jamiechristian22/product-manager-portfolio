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SaaS Retention &amp; Churn — Wireframes/Mockups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Home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Upgrade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Low-fidelity portfolio mockups. Replace with Figma exports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