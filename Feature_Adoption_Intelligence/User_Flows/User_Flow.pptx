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Adoption &amp; Usage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Discover Feature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496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First Use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8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Repeat 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Share/Invite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4692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Instrumentation: each step emits an event (see CSV/tracking_plan_events.csv) powering funnel + cohort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