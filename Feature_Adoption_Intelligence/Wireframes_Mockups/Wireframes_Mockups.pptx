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Feature Adoption &amp; Usage — Wireframes/Mockups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32918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3291840" cy="548640"/>
          </a:xfrm>
          <a:prstGeom prst="rect">
            <a:avLst/>
          </a:prstGeom>
          <a:solidFill>
            <a:srgbClr val="F5F7FA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Tooltip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20240"/>
            <a:ext cx="2743200" cy="54864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51760"/>
            <a:ext cx="2743200" cy="109728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0" y="5486400"/>
            <a:ext cx="1645920" cy="548640"/>
          </a:xfrm>
          <a:prstGeom prst="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Primary CTA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005840"/>
            <a:ext cx="32918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005840"/>
            <a:ext cx="3291840" cy="548640"/>
          </a:xfrm>
          <a:prstGeom prst="rect">
            <a:avLst/>
          </a:prstGeom>
          <a:solidFill>
            <a:srgbClr val="F5F7FA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Feature Screen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920240"/>
            <a:ext cx="2743200" cy="54864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2651760"/>
            <a:ext cx="2743200" cy="109728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0" y="5486400"/>
            <a:ext cx="1645920" cy="548640"/>
          </a:xfrm>
          <a:prstGeom prst="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Primary CTA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005840"/>
            <a:ext cx="32918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291840" cy="548640"/>
          </a:xfrm>
          <a:prstGeom prst="rect">
            <a:avLst/>
          </a:prstGeom>
          <a:solidFill>
            <a:srgbClr val="F5F7FA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Success 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920240"/>
            <a:ext cx="2743200" cy="54864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2651760"/>
            <a:ext cx="2743200" cy="109728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5486400"/>
            <a:ext cx="1645920" cy="548640"/>
          </a:xfrm>
          <a:prstGeom prst="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Primary CTA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Low-fidelity portfolio mockups. Replace with Figma exports if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