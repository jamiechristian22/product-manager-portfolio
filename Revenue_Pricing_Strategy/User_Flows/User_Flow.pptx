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Pricing &amp; Revenue Strategy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Pricing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Plan Compare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Trial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Upgrade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Billing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