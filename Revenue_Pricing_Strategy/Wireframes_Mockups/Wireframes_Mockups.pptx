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Pricing &amp; Revenue Strategy — Wireframes/Mockups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329184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3C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005840"/>
            <a:ext cx="3291840" cy="548640"/>
          </a:xfrm>
          <a:prstGeom prst="rect">
            <a:avLst/>
          </a:prstGeom>
          <a:solidFill>
            <a:srgbClr val="F5F7FA"/>
          </a:solidFill>
          <a:ln>
            <a:solidFill>
              <a:srgbClr val="3C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/>
            </a:pPr>
            <a:r>
              <a:t>Pricing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920240"/>
            <a:ext cx="2743200" cy="548640"/>
          </a:xfrm>
          <a:prstGeom prst="rect">
            <a:avLst/>
          </a:prstGeom>
          <a:solidFill>
            <a:srgbClr val="FAFBFC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651760"/>
            <a:ext cx="2743200" cy="1097280"/>
          </a:xfrm>
          <a:prstGeom prst="rect">
            <a:avLst/>
          </a:prstGeom>
          <a:solidFill>
            <a:srgbClr val="FAFBFC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63040" y="5486400"/>
            <a:ext cx="1645920" cy="548640"/>
          </a:xfrm>
          <a:prstGeom prst="rect">
            <a:avLst/>
          </a:prstGeom>
          <a:solidFill>
            <a:srgbClr val="1E9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Primary CTA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005840"/>
            <a:ext cx="329184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3C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005840"/>
            <a:ext cx="3291840" cy="548640"/>
          </a:xfrm>
          <a:prstGeom prst="rect">
            <a:avLst/>
          </a:prstGeom>
          <a:solidFill>
            <a:srgbClr val="F5F7FA"/>
          </a:solidFill>
          <a:ln>
            <a:solidFill>
              <a:srgbClr val="3C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/>
            </a:pPr>
            <a:r>
              <a:t>Checkout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1920240"/>
            <a:ext cx="2743200" cy="548640"/>
          </a:xfrm>
          <a:prstGeom prst="rect">
            <a:avLst/>
          </a:prstGeom>
          <a:solidFill>
            <a:srgbClr val="FAFBFC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63440" y="2651760"/>
            <a:ext cx="2743200" cy="1097280"/>
          </a:xfrm>
          <a:prstGeom prst="rect">
            <a:avLst/>
          </a:prstGeom>
          <a:solidFill>
            <a:srgbClr val="FAFBFC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212080" y="5486400"/>
            <a:ext cx="1645920" cy="548640"/>
          </a:xfrm>
          <a:prstGeom prst="rect">
            <a:avLst/>
          </a:prstGeom>
          <a:solidFill>
            <a:srgbClr val="1E9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Primary CTA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005840"/>
            <a:ext cx="329184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3C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005840"/>
            <a:ext cx="3291840" cy="548640"/>
          </a:xfrm>
          <a:prstGeom prst="rect">
            <a:avLst/>
          </a:prstGeom>
          <a:solidFill>
            <a:srgbClr val="F5F7FA"/>
          </a:solidFill>
          <a:ln>
            <a:solidFill>
              <a:srgbClr val="3C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/>
            </a:pPr>
            <a:r>
              <a:t>Manage Plan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0" y="1920240"/>
            <a:ext cx="2743200" cy="548640"/>
          </a:xfrm>
          <a:prstGeom prst="rect">
            <a:avLst/>
          </a:prstGeom>
          <a:solidFill>
            <a:srgbClr val="FAFBFC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12480" y="2651760"/>
            <a:ext cx="2743200" cy="1097280"/>
          </a:xfrm>
          <a:prstGeom prst="rect">
            <a:avLst/>
          </a:prstGeom>
          <a:solidFill>
            <a:srgbClr val="FAFBFC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61120" y="5486400"/>
            <a:ext cx="1645920" cy="548640"/>
          </a:xfrm>
          <a:prstGeom prst="rect">
            <a:avLst/>
          </a:prstGeom>
          <a:solidFill>
            <a:srgbClr val="1E9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Primary CTA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008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Low-fidelity portfolio mockups. Replace with Figma exports if available.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