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Marketplace Seller Performance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Listing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Seller 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Order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