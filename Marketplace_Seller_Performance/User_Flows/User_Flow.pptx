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Marketplace Seller Performance — User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324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Listing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5176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39496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Seller Selection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8348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72668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Order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005840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Review/Return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4692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23774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Instrumentation: each step emits an event (see CSV/tracking_plan_events.csv) powering funnel + cohort dashboards.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