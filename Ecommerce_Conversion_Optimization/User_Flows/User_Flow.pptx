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E-commerce Checkout Conversion — User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Landing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06324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Product 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5176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39496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Add to Cart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98348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72668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Checkout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058400" y="1188720"/>
            <a:ext cx="1920240" cy="822960"/>
          </a:xfrm>
          <a:prstGeom prst="rect">
            <a:avLst/>
          </a:prstGeom>
          <a:solidFill>
            <a:srgbClr val="F5F7FA"/>
          </a:solidFill>
          <a:ln>
            <a:solidFill>
              <a:srgbClr val="465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19232D"/>
                </a:solidFill>
              </a:defRPr>
            </a:pPr>
            <a:r>
              <a:t>Purchase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46920" y="1600200"/>
            <a:ext cx="411480" cy="0"/>
          </a:xfrm>
          <a:prstGeom prst="line">
            <a:avLst/>
          </a:prstGeom>
          <a:ln w="25400">
            <a:solidFill>
              <a:srgbClr val="4650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2377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Instrumentation: each step emits an event (see CSV/tracking_plan_events.csv) powering funnel + cohort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