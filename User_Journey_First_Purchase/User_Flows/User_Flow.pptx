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User Journey to First Purchase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Signup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Browse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9496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Value Moment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8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Cart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05840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First Purchase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4692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Instrumentation: each step emits an event (see CSV/tracking_plan_events.csv) powering funnel + cohort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