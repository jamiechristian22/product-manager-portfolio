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Roadmap &amp; Stakeholder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 – User Research &amp; Market Validation</a:t>
            </a:r>
          </a:p>
          <a:p>
            <a:r>
              <a:t>Q2 – MVP Launch &amp; KPI Baselines</a:t>
            </a:r>
          </a:p>
          <a:p>
            <a:r>
              <a:t>Q3 – Feature Expansion &amp; A/B Testing</a:t>
            </a:r>
          </a:p>
          <a:p>
            <a:r>
              <a:t>Q4 – Optimization, Scaling, Revenue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Revenue Growth +25%</a:t>
            </a:r>
          </a:p>
          <a:p>
            <a:r>
              <a:t>• Retention +30%</a:t>
            </a:r>
          </a:p>
          <a:p>
            <a:r>
              <a:t>• Customer Satisfaction +15%</a:t>
            </a:r>
          </a:p>
          <a:p>
            <a:r>
              <a:t>• Feature Adoption +40%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